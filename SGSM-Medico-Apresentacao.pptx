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34072" y="0"/>
            <a:ext cx="4754880" cy="3291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852160"/>
            <a:ext cx="6400800" cy="10058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3840480" cy="64008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SGSM Médico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em Saúde Médica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 ·  Médicos  ·  Estabelecimentos  ·  Serviços  ·  Agendamentos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1206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Vite · Tailwind CSS v3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852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0"/>
            <a:ext cx="12006072" cy="1234440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Sistema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integrada para gestão completa do atendimento médico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SGSM Médico é um sistema web moderno em React + TypeScript para gerenciar toda a operação de uma clínica ou consultório — do cadastro de pacientes à conclusão de agendamentos, com chatbot assistente integrado.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8620" y="2286000"/>
            <a:ext cx="2121408" cy="1737360"/>
          </a:xfrm>
          <a:prstGeom prst="roundRect">
            <a:avLst>
              <a:gd name="adj" fmla="val 4211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42316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Pacientes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" y="288036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CPF, ViaCEP, histórico e 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11196" y="2286000"/>
            <a:ext cx="2121408" cy="1737360"/>
          </a:xfrm>
          <a:prstGeom prst="roundRect">
            <a:avLst>
              <a:gd name="adj" fmla="val 4211"/>
            </a:avLst>
          </a:prstGeom>
          <a:solidFill>
            <a:srgbClr val="EDF8FA"/>
          </a:solidFill>
          <a:ln w="12700">
            <a:solidFill>
              <a:srgbClr val="EDF8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94076" y="242316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Médicos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94076" y="288036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semanal, especialidade e domiciliar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33772" y="2286000"/>
            <a:ext cx="2121408" cy="1737360"/>
          </a:xfrm>
          <a:prstGeom prst="roundRect">
            <a:avLst>
              <a:gd name="adj" fmla="val 4211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6652" y="242316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Estabelecimentos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6652" y="288036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Clínicas, hospitais, vínculos e mapa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56348" y="2286000"/>
            <a:ext cx="2121408" cy="1737360"/>
          </a:xfrm>
          <a:prstGeom prst="roundRect">
            <a:avLst>
              <a:gd name="adj" fmla="val 4211"/>
            </a:avLst>
          </a:prstGeom>
          <a:solidFill>
            <a:srgbClr val="EDF8FA"/>
          </a:solidFill>
          <a:ln w="12700">
            <a:solidFill>
              <a:srgbClr val="EDF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39228" y="242316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Serviços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39228" y="288036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procedimentos e preços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78924" y="2286000"/>
            <a:ext cx="2121408" cy="1737360"/>
          </a:xfrm>
          <a:prstGeom prst="roundRect">
            <a:avLst>
              <a:gd name="adj" fmla="val 4211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61804" y="242316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Agendamentos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61804" y="288036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5 etapas e controle de status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206240"/>
            <a:ext cx="11183112" cy="685800"/>
          </a:xfrm>
          <a:prstGeom prst="roundRect">
            <a:avLst>
              <a:gd name="adj" fmla="val 10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06240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Assistente Virtual (Chatbot) — cadastro e agendamento por conversa, disponível em todas as telas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0"/>
            <a:ext cx="12006072" cy="1234440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Módulo: Pacientes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gestão completa de pacientes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 nome, CPF mascarado e data de nascimento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automático via ViaCEP (basta digitar o CEP)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e telefone opcionais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status: Ativo / Inativo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 detalhe com todos os dados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filtro por nome, CPF e status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Inativação com modal de confirmação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Paginação na listagem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53619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Integração ViaCEP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informar o CEP, o sistema consulta automaticamente a API ViaCEP e preenche rua, bairro, cidade e estado — agilizando o cadastro e evitando erros de digitação.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EDF8FA"/>
          </a:solidFill>
          <a:ln w="12700">
            <a:solidFill>
              <a:srgbClr val="ED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13308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Campos do Cadastro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590288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completo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 (000.000.000-00)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Nascimento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 + Endereço completo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0"/>
            <a:ext cx="12006072" cy="1234440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Módulo: Médicos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 agenda semanal e suporte a domiciliar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 nome, CRM e especialidade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de atendimento domiciliar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deslocamento configurável (R$)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semanal: dia da semana + horários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 agenda com adição/remoção de slots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com múltiplos estabelecimentos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filtro por nome e especialidade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53619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Agenda Médica Semanal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médico possui uma grade de horários por dia da semana (Segunda a Domingo). Os slots definidos alimentam o módulo de agendamentos com os horários disponíveis.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EDF8FA"/>
          </a:solidFill>
          <a:ln w="12700">
            <a:solidFill>
              <a:srgbClr val="ED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09651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Atendimento Domiciliar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5720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ativado, o médico realiza consultas no endereço do paciente. Uma taxa de deslocamento é somada ao valor do serviço no agendamento. No chatbot, o sistema exibe o ícone 🏠 e pula a etapa de estabelecimento.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0"/>
            <a:ext cx="12006072" cy="1234440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Módulo: Estabelecimentos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clínicas e hospitais com vínculos médicos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clínicas e hospitais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completo com CEP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 e e-mail de contato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 vínculo: associar/desassociar médicos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lista de médicos vinculados por unidade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direto para o Google Maps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/ Inativo por estabelecimento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53619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Google Maps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estabelecimento exibe um botão de localização que abre o Google Maps com base no endereço cadastrado (rua, número, cidade), facilitando a navegação de pacientes e equipe.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EDF8FA"/>
          </a:solidFill>
          <a:ln w="12700">
            <a:solidFill>
              <a:srgbClr val="ED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09651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Vínculo Médico–Estabelecimento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5720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Através do modal de associação, médicos podem ser vinculados a uma ou mais unidades. Esse vínculo reflete diretamente no wizard de agendamentos, que filtra os estabelecimentos disponíveis para cada serviço.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0"/>
            <a:ext cx="12006072" cy="1234440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Módulo: Serviços Médicos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procedimentos com tipos e valores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serviços por médico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descrição do procedimento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base em R$ com formatação automática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 Presencial ou Domiciliar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deslocamento (para domiciliar)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ativo/inativo por serviço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médico e tipo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53619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Presencial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realizada na clínica ou hospital. O agendamento exige a seleção de um estabelecimento vinculado ao médico responsável pelo serviço.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402336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EDF8FA"/>
          </a:solidFill>
          <a:ln w="12700">
            <a:solidFill>
              <a:srgbClr val="ED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18795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Domiciliar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6634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no endereço do paciente. O valor total exibido no agendamento é: Preço Base + Taxa de Deslocamento. Nenhum estabelecimento é exigido.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0"/>
            <a:ext cx="12006072" cy="1234440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Módulo: Agendamentos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de 5 etapas com controle completo de status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" y="1371600"/>
            <a:ext cx="2029968" cy="1783080"/>
          </a:xfrm>
          <a:prstGeom prst="roundRect">
            <a:avLst>
              <a:gd name="adj" fmla="val 4103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3876" y="1508760"/>
            <a:ext cx="594360" cy="5943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3876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" y="221284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" y="263347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ou CPF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38044" y="16916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30068" y="1371600"/>
            <a:ext cx="2029968" cy="1783080"/>
          </a:xfrm>
          <a:prstGeom prst="roundRect">
            <a:avLst>
              <a:gd name="adj" fmla="val 4103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43300" y="1508760"/>
            <a:ext cx="594360" cy="5943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3300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1508" y="221284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1508" y="263347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87468" y="16916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79492" y="1371600"/>
            <a:ext cx="2029968" cy="1783080"/>
          </a:xfrm>
          <a:prstGeom prst="roundRect">
            <a:avLst>
              <a:gd name="adj" fmla="val 4103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92724" y="1508760"/>
            <a:ext cx="594360" cy="5943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92724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70932" y="221284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70932" y="263347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6892" y="16916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28916" y="1371600"/>
            <a:ext cx="2029968" cy="1783080"/>
          </a:xfrm>
          <a:prstGeom prst="roundRect">
            <a:avLst>
              <a:gd name="adj" fmla="val 4103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2148" y="1508760"/>
            <a:ext cx="594360" cy="5943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2148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20356" y="221284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20356" y="263347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Slot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86316" y="16916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578340" y="1371600"/>
            <a:ext cx="2029968" cy="1783080"/>
          </a:xfrm>
          <a:prstGeom prst="roundRect">
            <a:avLst>
              <a:gd name="adj" fmla="val 4103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91572" y="1508760"/>
            <a:ext cx="594360" cy="5943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1572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69780" y="221284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69780" y="263347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333756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Status do Agendamento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80060" y="3886200"/>
            <a:ext cx="1719072" cy="475488"/>
          </a:xfrm>
          <a:prstGeom prst="roundRect">
            <a:avLst>
              <a:gd name="adj" fmla="val 15385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" y="3886200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AGENDADO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217420" y="39593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382012" y="3886200"/>
            <a:ext cx="1719072" cy="475488"/>
          </a:xfrm>
          <a:prstGeom prst="roundRect">
            <a:avLst>
              <a:gd name="adj" fmla="val 1538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82012" y="3886200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9372" y="39593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83964" y="3886200"/>
            <a:ext cx="1719072" cy="475488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83964" y="3886200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CAMINHO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21324" y="39593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85916" y="3886200"/>
            <a:ext cx="1719072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85916" y="3886200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CHEGOU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923276" y="39593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087868" y="3886200"/>
            <a:ext cx="1719072" cy="475488"/>
          </a:xfrm>
          <a:prstGeom prst="roundRect">
            <a:avLst>
              <a:gd name="adj" fmla="val 15385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87868" y="3886200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825228" y="39593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989820" y="3886200"/>
            <a:ext cx="1719072" cy="475488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89820" y="3886200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2920" y="4572000"/>
            <a:ext cx="11183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Recursos: modal "A Caminho" com instruções de localização  ·  cancelamento com motivo e origem  ·  filtros por status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0"/>
            <a:ext cx="12006072" cy="1234440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Assistente Virtual (Chatbot)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agendamento por conversa, sem navegar pelo sistema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flutuante disponível em todas as páginas (canto inferior direito). Guia o usuário através de menus de escolha e campos de texto para realizar ações de forma simples.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67712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1 — Cadastrar Paciente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nome completo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CPF (máscara automática)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data de nascimento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e-mail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telefone (opcional)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resumo dos dados para confirmação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 a API de cadastro de pacientes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ao menu principal após sucesso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36792" y="210312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EDF8FA"/>
          </a:solidFill>
          <a:ln w="12700">
            <a:solidFill>
              <a:srgbClr val="EDF8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2267712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2 — Agendar Consulta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65392" y="27432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os serviços ativos disponíveis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o CPF e localiza o paciente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serviços médicos disponíveis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presencial: lista estabelecimentos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a data desejada (DD/MM/AAAA)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os slots de horário disponíveis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observações (opcional)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 a API de cadastro de agendamento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0"/>
            <a:ext cx="12006072" cy="1234440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Stack Técnico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e padrões utilizados no desenvolvimento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" y="1371600"/>
            <a:ext cx="3456432" cy="2103120"/>
          </a:xfrm>
          <a:prstGeom prst="roundRect">
            <a:avLst>
              <a:gd name="adj" fmla="val 3478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" y="1481328"/>
            <a:ext cx="3182112" cy="402336"/>
          </a:xfrm>
          <a:prstGeom prst="roundRect">
            <a:avLst>
              <a:gd name="adj" fmla="val 1818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" y="1481328"/>
            <a:ext cx="3182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3252" y="1993392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18.3.1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3252" y="2423160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TypeScript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3252" y="2852928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 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66260" y="1371600"/>
            <a:ext cx="3456432" cy="2103120"/>
          </a:xfrm>
          <a:prstGeom prst="roundRect">
            <a:avLst>
              <a:gd name="adj" fmla="val 3478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03420" y="1481328"/>
            <a:ext cx="3182112" cy="402336"/>
          </a:xfrm>
          <a:prstGeom prst="roundRect">
            <a:avLst>
              <a:gd name="adj" fmla="val 1818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3420" y="1481328"/>
            <a:ext cx="3182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49140" y="1993392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 v3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49140" y="2423160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Variables HSL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9140" y="2852928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Plus Jakarta Sans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2148" y="1371600"/>
            <a:ext cx="3456432" cy="2103120"/>
          </a:xfrm>
          <a:prstGeom prst="roundRect">
            <a:avLst>
              <a:gd name="adj" fmla="val 3478"/>
            </a:avLst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79308" y="1481328"/>
            <a:ext cx="3182112" cy="402336"/>
          </a:xfrm>
          <a:prstGeom prst="roundRect">
            <a:avLst>
              <a:gd name="adj" fmla="val 1818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9308" y="1481328"/>
            <a:ext cx="3182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5028" y="1993392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CVA (class-variance-authority)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5028" y="2423160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clsx + tailwind-merge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5028" y="2852928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Framer Motion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" y="3703320"/>
            <a:ext cx="3456432" cy="2103120"/>
          </a:xfrm>
          <a:prstGeom prst="roundRect">
            <a:avLst>
              <a:gd name="adj" fmla="val 3478"/>
            </a:avLst>
          </a:prstGeom>
          <a:solidFill>
            <a:srgbClr val="EDF8FA"/>
          </a:solidFill>
          <a:ln w="12700">
            <a:solidFill>
              <a:srgbClr val="EDF8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" y="3813048"/>
            <a:ext cx="3182112" cy="402336"/>
          </a:xfrm>
          <a:prstGeom prst="roundRect">
            <a:avLst>
              <a:gd name="adj" fmla="val 1818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" y="3813048"/>
            <a:ext cx="3182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3252" y="4325112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Router v7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3252" y="4754880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Layout Route Pattern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3252" y="5184648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BrowserRouter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66260" y="3703320"/>
            <a:ext cx="3456432" cy="2103120"/>
          </a:xfrm>
          <a:prstGeom prst="roundRect">
            <a:avLst>
              <a:gd name="adj" fmla="val 3478"/>
            </a:avLst>
          </a:prstGeom>
          <a:solidFill>
            <a:srgbClr val="EDF8FA"/>
          </a:solidFill>
          <a:ln w="12700">
            <a:solidFill>
              <a:srgbClr val="EDF8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03420" y="3813048"/>
            <a:ext cx="3182112" cy="402336"/>
          </a:xfrm>
          <a:prstGeom prst="roundRect">
            <a:avLst>
              <a:gd name="adj" fmla="val 1818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03420" y="3813048"/>
            <a:ext cx="3182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API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49140" y="4325112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Axios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49140" y="4754880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Proxy Vite → :8080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49140" y="5184648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ViaCEP (REST)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42148" y="3703320"/>
            <a:ext cx="3456432" cy="2103120"/>
          </a:xfrm>
          <a:prstGeom prst="roundRect">
            <a:avLst>
              <a:gd name="adj" fmla="val 3478"/>
            </a:avLst>
          </a:prstGeom>
          <a:solidFill>
            <a:srgbClr val="EDF8FA"/>
          </a:solidFill>
          <a:ln w="12700">
            <a:solidFill>
              <a:srgbClr val="EDF8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79308" y="3813048"/>
            <a:ext cx="3182112" cy="402336"/>
          </a:xfrm>
          <a:prstGeom prst="roundRect">
            <a:avLst>
              <a:gd name="adj" fmla="val 1818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79308" y="3813048"/>
            <a:ext cx="3182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Dev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5028" y="4325112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Sonner (toasts)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25028" y="4754880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Chatbot Widget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5028" y="5184648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Path alias @/*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16952" y="0"/>
            <a:ext cx="4572000" cy="3200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852160"/>
            <a:ext cx="7315200" cy="10058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3840480" cy="64008"/>
          </a:xfrm>
          <a:prstGeom prst="rect">
            <a:avLst/>
          </a:prstGeom>
          <a:solidFill>
            <a:srgbClr val="D4F1F4"/>
          </a:solidFill>
          <a:ln w="12700">
            <a:solidFill>
              <a:srgbClr val="D4F1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SGSM Médico — Sistema de Gestão em Saúde Médica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Front-end:   localhost:3001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 Back-end API:  localhost:8080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Chatbot disponível em todas as páginas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2026-06-11T00:46:29Z</dcterms:created>
  <dcterms:modified xsi:type="dcterms:W3CDTF">2026-06-11T00:46:29Z</dcterms:modified>
</cp:coreProperties>
</file>